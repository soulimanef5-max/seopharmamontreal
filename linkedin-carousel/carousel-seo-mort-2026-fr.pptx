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8572500"/>
  <p:notesSz cx="85725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554480"/>
            <a:ext cx="822960" cy="128016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QUE TOUT LE MONDE SE POSE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5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SEO</a:t>
            </a:r>
            <a:endParaRPr lang="en-US" sz="5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est-il </a:t>
            </a:r>
            <a:pPr indent="0" marL="0">
              <a:lnSpc>
                <a:spcPct val="100000"/>
              </a:lnSpc>
              <a:buNone/>
            </a:pPr>
            <a:r>
              <a:rPr lang="en-US" sz="58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mort</a:t>
            </a:r>
            <a:pPr indent="0" marL="0">
              <a:lnSpc>
                <a:spcPct val="100000"/>
              </a:lnSpc>
              <a:buNone/>
            </a:pPr>
            <a:r>
              <a:rPr lang="en-US" sz="5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 2026 ?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640080" y="52120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 que ça change vraiment pour l'industrie pharma et santé au Canada.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846320" y="80055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Glissez →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4960" y="411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Voici ma réponse franche 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5577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SEO n'est </a:t>
            </a:r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mort.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3566160"/>
            <a:ext cx="557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le SEO que vous </a:t>
            </a:r>
            <a:pPr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connaissiez,</a:t>
            </a:r>
            <a:pPr indent="0" marL="0">
              <a:buNone/>
            </a:pPr>
            <a:r>
              <a:rPr lang="en-US" sz="40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oui.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5852160"/>
            <a:ext cx="128016" cy="1371600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585216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recherche a changé de nature. Pas de disparition — une transformation profonde.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80055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Pharma Montréal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80055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Glissez →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4960" y="411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CHANGEMENT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577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Vos clients ne « cherchent » plus comme avant.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3657600"/>
            <a:ext cx="55778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904488"/>
            <a:ext cx="365760" cy="365760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7" name="Text 5"/>
          <p:cNvSpPr/>
          <p:nvPr/>
        </p:nvSpPr>
        <p:spPr>
          <a:xfrm>
            <a:off x="1508760" y="365760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4709160"/>
            <a:ext cx="55778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4956048"/>
            <a:ext cx="365760" cy="365760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470916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Perplexity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5760720"/>
            <a:ext cx="5577840" cy="868680"/>
          </a:xfrm>
          <a:prstGeom prst="roundRect">
            <a:avLst>
              <a:gd name="adj" fmla="val 8421"/>
            </a:avLst>
          </a:prstGeom>
          <a:solidFill>
            <a:srgbClr val="1E293B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6007608"/>
            <a:ext cx="365760" cy="365760"/>
          </a:xfrm>
          <a:prstGeom prst="ellipse">
            <a:avLst/>
          </a:prstGeom>
          <a:solidFill>
            <a:srgbClr val="CA8A0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576072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AI Overviews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" y="690372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Ils posent une question et reçoivent une réponse synthétisée — souvent sans jamais cliquer sur un site.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80055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Glissez →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4960" y="411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11887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PRINCIPE N°1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contenu doit être citable par les IA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5760720"/>
            <a:ext cx="128016" cy="1463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576072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 seulement classé par Google. Structure claire, données factuelles, sources vérifiables — c'est ce que les moteurs génératifs citent.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80055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Pharma Montréal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80055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Glissez →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4960" y="411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11887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PRINCIPE N°2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L'E-E-A-T n'est plus optionnel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5760720"/>
            <a:ext cx="128016" cy="1463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576072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le YMYL (Your Money, Your Life), Google et les LLMs exigent une expertise démontrable. Une PME pharma sans signaux d'autorité est tout simplement invisible.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80055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Pharma Montréal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80055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Glissez →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4960" y="411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94360" y="1188720"/>
            <a:ext cx="2743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640080" y="35204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PRINCIPE N°3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5577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conformité devient un avantage SEO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5760720"/>
            <a:ext cx="128016" cy="14630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576072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contenu conçu selon les exigences du PAAB et de Santé Canada est, par nature, le type de contenu structuré et fiable que les IA privilégient.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80055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 Pharma Montréal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846320" y="80055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Glissez →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4960" y="411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 CONSTAT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55778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Trop de PME pharma confient leur visibilité à des agences SEO qui ne comprennent </a:t>
            </a:r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 le PAAB, ni les contraintes réglementaires</a:t>
            </a:r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ni pourquoi un mot mal choisi peut devenir un vrai problème.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6126480"/>
            <a:ext cx="822960" cy="128016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6400800"/>
            <a:ext cx="5577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SEO demande aujourd'hui de comprendre votre industrie autant que de comprendre Google.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846320" y="800557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Glissez →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737360"/>
            <a:ext cx="822960" cy="128016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011680"/>
            <a:ext cx="5577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Votre stratégie de contenu est-elle prête pour la recherche par IA ?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5029200"/>
            <a:ext cx="557784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530352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CA8A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Pour aller plus loin.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Guides, analyses et ressources SEO/GEO pour l'industrie pharma et santé au Canada.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722376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seopharmamontreal.com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 SEO est-il mort en 2026 ?</dc:title>
  <dc:subject>PptxGenJS Presentation</dc:subject>
  <dc:creator>Soulimane Farah</dc:creator>
  <cp:lastModifiedBy>Soulimane Farah</cp:lastModifiedBy>
  <cp:revision>1</cp:revision>
  <dcterms:created xsi:type="dcterms:W3CDTF">2026-06-03T18:50:38Z</dcterms:created>
  <dcterms:modified xsi:type="dcterms:W3CDTF">2026-06-03T18:50:38Z</dcterms:modified>
</cp:coreProperties>
</file>