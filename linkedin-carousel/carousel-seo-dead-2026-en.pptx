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EVERYONE IS ASKING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SEO </a:t>
            </a:r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</a:t>
            </a:r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2026?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really means for the pharma and health industry in Canada.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my honest answer: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isn't </a:t>
            </a:r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SEO you </a:t>
            </a:r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knew?</a:t>
            </a:r>
            <a:pPr indent="0" marL="0">
              <a:buNone/>
            </a:pPr>
            <a:r>
              <a:rPr lang="en-US" sz="42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That's gone.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5852160"/>
            <a:ext cx="128016" cy="13716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8521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itself has changed — not disappeared. This is a transformation, not an ending.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customers don't “search” the way they used to.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90448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3657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95604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47091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57607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00760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5760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Overviews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6903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ask a question and get a synthesized answer — often without ever clicking a website.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content must be citable by AI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ranked by Google. Clear structure, factual data, verifiable sources — that's what generative engines actually cite.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E-E-A-T is no longer optional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YMYL (Your Money, Your Life) topics, Google and LLMs demand demonstrable expertise. A pharma SME without authority signals is simply invisible.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becomes an SEO advantage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built to PAAB and Health Canada standards is, by nature, exactly the kind of structured, trustworthy content AI engines favor.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TAKE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pharma SMEs hand their visibility to SEO agencies that understand 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PAAB nor regulatory constraints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nor why one wrong word can become a real problem.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12648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now requires understanding your industry as much as understanding Google.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your content strategy ready for AI search?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5303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dig deeper?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Guides, insights and SEO/GEO resources for the pharma and health industry in Canada.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72237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seopharmamontreal.com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SEO dead in 2026?</dc:title>
  <dc:subject>PptxGenJS Presentation</dc:subject>
  <dc:creator>Soulimane Farah</dc:creator>
  <cp:lastModifiedBy>Soulimane Farah</cp:lastModifiedBy>
  <cp:revision>1</cp:revision>
  <dcterms:created xsi:type="dcterms:W3CDTF">2026-06-03T18:50:39Z</dcterms:created>
  <dcterms:modified xsi:type="dcterms:W3CDTF">2026-06-03T18:50:39Z</dcterms:modified>
</cp:coreProperties>
</file>